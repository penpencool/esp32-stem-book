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ESP32-C3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เรียนรู้ IoT สไตล์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mimiClaw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ESP32 คืออะไร?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บอร์ด IoT ยอดนิยม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การติดตั้ง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Arduino IDE + ESP32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โค้ดตัวอย่าง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Hello World 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ESP32 คืออะไร?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คุณสมบัติหลัก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ไมโครคอนโทรลเลอร์ทรงพลัง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มี WiFi + Bluetooth ในตัว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ราคาถูกมาก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ใช้งานง่าย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การใช้งาน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Smart Home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IoT Sensors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Robotics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เริ่มต้นใน 4 ขั้นตอน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64592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ติดตั้ง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19456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Arduino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54480"/>
            <a:ext cx="314858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5258" y="1371600"/>
            <a:ext cx="237744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06698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9618" y="1417320"/>
            <a:ext cx="164592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เพิ่ม 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6698" y="2468880"/>
            <a:ext cx="219456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Board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418" y="1554480"/>
            <a:ext cx="314858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8996" y="1371600"/>
            <a:ext cx="237744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0436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3356" y="1417320"/>
            <a:ext cx="164592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เขียนโค้ด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0436" y="2468880"/>
            <a:ext cx="219456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Hello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2156" y="1554480"/>
            <a:ext cx="314858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2735" y="1371600"/>
            <a:ext cx="2377440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4175" y="14173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7095" y="1417320"/>
            <a:ext cx="164592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อัปโหลด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4175" y="2468880"/>
            <a:ext cx="219456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ไปยังบอร์ด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พร้อมเริ่มต้นแล้ว!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มาเรียนรู้ ESP32 กันเถอะ 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