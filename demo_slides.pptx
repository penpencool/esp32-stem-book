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ESP32-C3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8800"/>
                </a:solidFill>
              </a:defRPr>
            </a:pPr>
            <a:r>
              <a:t>บอร์ดไıkสำหรับ IoT และ Embedded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0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ESP32 คืออะไร?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6949440" cy="109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323232"/>
                </a:solidFill>
              </a:defRPr>
            </a:pPr>
            <a:r>
              <a:t>• ไมโครคอนโทรลเลอร์ที่ทรงพลัง</a:t>
            </a:r>
          </a:p>
          <a:p>
            <a:pPr>
              <a:spcAft>
                <a:spcPts val="1800"/>
              </a:spcAft>
              <a:defRPr sz="2600">
                <a:solidFill>
                  <a:srgbClr val="323232"/>
                </a:solidFill>
              </a:defRPr>
            </a:pPr>
            <a:r>
              <a:t>• มี WiFi และ Bluetooth ในตัว</a:t>
            </a:r>
          </a:p>
          <a:p>
            <a:pPr>
              <a:spcAft>
                <a:spcPts val="1800"/>
              </a:spcAft>
              <a:defRPr sz="2600">
                <a:solidFill>
                  <a:srgbClr val="323232"/>
                </a:solidFill>
              </a:defRPr>
            </a:pPr>
            <a:r>
              <a:t>• ราคาถูก (ประมาณ 100-200 บาท)</a:t>
            </a:r>
          </a:p>
          <a:p>
            <a:pPr>
              <a:spcAft>
                <a:spcPts val="1800"/>
              </a:spcAft>
              <a:defRPr sz="2600">
                <a:solidFill>
                  <a:srgbClr val="323232"/>
                </a:solidFill>
              </a:defRPr>
            </a:pPr>
            <a:r>
              <a:t>• ใช้งานง่าย มี Arduino IDE รองรับ</a:t>
            </a:r>
          </a:p>
          <a:p>
            <a:pPr>
              <a:spcAft>
                <a:spcPts val="1800"/>
              </a:spcAft>
              <a:defRPr sz="2600">
                <a:solidFill>
                  <a:srgbClr val="323232"/>
                </a:solidFill>
              </a:defRPr>
            </a:pPr>
            <a:r>
              <a:t>• เหมาะสำหรับโปรเจกต์ IoT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8800"/>
                </a:solidFill>
              </a:defRPr>
            </a:pPr>
            <a:r>
              <a:t>ตัวอย่าง: 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315200" cy="109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FF88"/>
                </a:solidFill>
                <a:latin typeface="Courier New"/>
              </a:defRPr>
            </a:pPr>
            <a:r>
              <a:t>void setup() {</a:t>
            </a:r>
            <a:br/>
            <a:r>
              <a:t>  Serial.begin(115200);</a:t>
            </a:r>
            <a:br/>
            <a:r>
              <a:t>  Serial.println("Hello ESP32!");</a:t>
            </a:r>
            <a:br/>
            <a:r>
              <a:t>}</a:t>
            </a:r>
            <a:br/>
            <a:br/>
            <a:r>
              <a:t>void loop() {</a:t>
            </a:r>
            <a:br/>
            <a:r>
              <a:t>  // ไม่ต้องทำอะไร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