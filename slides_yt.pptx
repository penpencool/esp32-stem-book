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1E1E3C"/>
              </a:gs>
              <a:gs pos="100000">
                <a:srgbClr val="3C145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572000"/>
            <a:ext cx="1828800" cy="18288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🤖 ESP32-C3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B4B4C8"/>
                </a:solidFill>
              </a:defRPr>
            </a:pPr>
            <a:r>
              <a:t>บอร์ด IoT ยอดนิยม ราคาถูก ทำงานได้ทุกอย่าง!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▶ เริ่มเรียนรู้วันนี้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gradFill rotWithShape="1">
            <a:gsLst>
              <a:gs pos="0">
                <a:srgbClr val="1E1E3C"/>
              </a:gs>
              <a:gs pos="100000">
                <a:srgbClr val="3C145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📚 ESP32 คืออะไร?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>
                <a:solidFill>
                  <a:srgbClr val="FFFFFF"/>
                </a:solidFill>
              </a:defRPr>
            </a:pPr>
            <a:r>
              <a:t>💡  ไมโครคอนโทรลเลอร์ทรงพลัง</a:t>
            </a:r>
          </a:p>
          <a:p>
            <a:pPr>
              <a:spcAft>
                <a:spcPts val="1600"/>
              </a:spcAft>
              <a:defRPr sz="2800">
                <a:solidFill>
                  <a:srgbClr val="FFFFFF"/>
                </a:solidFill>
              </a:defRPr>
            </a:pPr>
            <a:r>
              <a:t>📶  มี WiFi + Bluetooth ในตัว</a:t>
            </a:r>
          </a:p>
          <a:p>
            <a:pPr>
              <a:spcAft>
                <a:spcPts val="1600"/>
              </a:spcAft>
              <a:defRPr sz="2800">
                <a:solidFill>
                  <a:srgbClr val="FFFFFF"/>
                </a:solidFill>
              </a:defRPr>
            </a:pPr>
            <a:r>
              <a:t>💰  ราคาถูกมาก (100-200 บาท)</a:t>
            </a:r>
          </a:p>
          <a:p>
            <a:pPr>
              <a:spcAft>
                <a:spcPts val="1600"/>
              </a:spcAft>
              <a:defRPr sz="2800">
                <a:solidFill>
                  <a:srgbClr val="FFFFFF"/>
                </a:solidFill>
              </a:defRPr>
            </a:pPr>
            <a:r>
              <a:t>🔧  ใช้งานง่าย มี Arduino IDE</a:t>
            </a:r>
          </a:p>
          <a:p>
            <a:pPr>
              <a:spcAft>
                <a:spcPts val="1600"/>
              </a:spcAft>
              <a:defRPr sz="2800">
                <a:solidFill>
                  <a:srgbClr val="FFFFFF"/>
                </a:solidFill>
              </a:defRPr>
            </a:pPr>
            <a:r>
              <a:t>🌐  เหมาะกับงาน IoT ทุกประเภท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4114800" cy="365760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C8"/>
                </a:solidFill>
              </a:defRPr>
            </a:pPr>
            <a:r>
              <a:t>📷 รูปบอร์ด ESP32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D700"/>
                </a:solidFill>
              </a:defRPr>
            </a:pPr>
            <a:r>
              <a:t>💻 โค้ดตัวอย่าง: Hello World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00" cy="5029200"/>
          </a:xfrm>
          <a:prstGeom prst="roundRect">
            <a:avLst/>
          </a:prstGeom>
          <a:solidFill>
            <a:srgbClr val="14141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FF88"/>
                </a:solidFill>
                <a:latin typeface="Courier New"/>
              </a:defRPr>
            </a:pPr>
            <a:r>
              <a:t>void setup() {</a:t>
            </a:r>
            <a:br/>
            <a:r>
              <a:t>  Serial.begin(115200);</a:t>
            </a:r>
            <a:br/>
            <a:r>
              <a:t>  Serial.println("Hello ESP32!");</a:t>
            </a:r>
            <a:br/>
            <a:r>
              <a:t>}</a:t>
            </a:r>
            <a:br/>
            <a:br/>
            <a:r>
              <a:t>void loop() {</a:t>
            </a:r>
            <a:br/>
            <a:r>
              <a:t>  // พิมพ์ทุก 1 วินาที</a:t>
            </a:r>
            <a:br/>
            <a:r>
              <a:t>  Serial.println("Running...");</a:t>
            </a:r>
            <a:br/>
            <a:r>
              <a:t>  delay(1000);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474720" cy="50292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46304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8A"/>
                </a:solidFill>
              </a:defRPr>
            </a:pPr>
            <a:r>
              <a:t>📋 คำอธิบาย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setup() → ทำครั้งเดียวตอนเริ่ม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loop() → ทำซ้ำไปเรื่อยๆ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Serial.begin(115200) → ตั้งความเร็ว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Serial.println() → พิมพ์ข้อความ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delay(1000) → รอ 1 วินาที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