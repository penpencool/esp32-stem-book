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8A"/>
                </a:solidFill>
              </a:defRPr>
            </a:pPr>
            <a:r>
              <a:t>Stop scrolling — ถ้าคุณใช้ AI ผิดวิธี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มันอาจไม่ใช่ความผิดของ AI</a:t>
            </a:r>
            <a:br/>
            <a:r>
              <a:t>แต่เป็นเพราะเรา 'ถามผิดวิธี' ต่างหาก!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C8"/>
                </a:solidFill>
              </a:defRPr>
            </a:pPr>
            <a:r>
              <a:t>บทที่ 1: AI คืออะไร? ทำไมต้องรู้!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🤖 AI อยู่รอบตัวเราแล้ว!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🌤️ ถาม Google ว่าอากาศเป็นยังไง → AI ประมวลผลคำถาม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📺 ดู YouTube แล้วเห็นคำแนะนำวิดีโอ → AI วิเคราะห์ความชอบ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📸 ถ่ายรูปแล้วมือถือตรวจจับใบหน้า → AI จดจำใบหน้า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🗣️ สั่งงาน Siri หรือ Google Assistant → AI เข้าใจคำสั่งเสียง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🤖 AI คืออะไร?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📚 Artificial Intelligence — ปัญญาประดิษฐ์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โปรแกรมคอมพิวเตอร์ที่ถูกสอนให้ 'คิด' และ 'เข้าใจ' ได้เหมือนมนุษย์ แต่เร็วกว่าเยอะ!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0972800" cy="381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918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ความสามารถ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เรียนรู้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จากข้อมูล (Learning)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เข้าใจ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ภาษามนุษย์ (Understanding)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ตัดสินใจ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จากข้อมูลที่ได้รับ (Decision Making)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สร้าง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ผลลัพธ์ใหม่ๆ (Generating)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🧠 AI ทำงานยังไง?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1️⃣ รับคำถามของเรา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2️⃣ ค้นหาข้อมูลที่เกี่ยวข้อง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3️⃣ ประมวลผล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4️⃣ ตอบกลับ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097280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⚠️ สิ่งสำคัญ: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AI ไม่ได้ 'คิด' เหมือนมนุษย์ — มันเป็นโปรแกรมที่ทำนายคำตอบที่ 'น่าจะถูกต้อง'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✨ Generative AI — AI ที่สร้างงานได้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4C8"/>
                </a:solidFill>
              </a:defRPr>
            </a:pPr>
            <a:r>
              <a:t>AI ที่เราจะใช้กันในหนังสือเล่มนี้ สามารถ...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✍️ เขียนข้อความ, บทความ, เรื่องสั้น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💻 เขียนโค้ดโปรแกรม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🎨 วาดรูปจากคำอธิบาย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🔍 อธิบายเรื่องยากให้เข้าใจง่าย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⚡ AI ช่วยเขียนโค้ดยังไง?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งาน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ถาม AI ว่า...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📖 อธิบายโค้ด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"โค้ดนี้ทำงานยังไง?"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✍️ เขียนโค้ดใหม่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"เขียนโค้ดให้ LED กระพริบได้มั้ย?"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🔧 แก้ไขโค้ด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"โค้ดนี้ผิดตรงไหน?"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📝 เพิ่มเติมโค้ด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"เพิ่มฟังก์ชันส่ง Wi-Fi ได้มั้ย?"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9FF"/>
                </a:solidFill>
              </a:defRPr>
            </a:pPr>
            <a:r>
              <a:t>🎯 AI จึงเป็น 'เพื่อนฉลาด' ที่ช่วยเราสร้างโปรเจกต์ได้เร็วขึ้นมาก!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🛠️ เครื่องมือ AI ที่จะใช้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เครื่องมือ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D1B2A"/>
                          </a:solidFill>
                        </a:defRPr>
                      </a:pPr>
                      <a:r>
                        <a:t>ใช้ทำอะไร</a:t>
                      </a:r>
                    </a:p>
                  </a:txBody>
                  <a:tcPr>
                    <a:solidFill>
                      <a:srgbClr val="00D9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ถามตอบทุกเรื่อง, เขียนโค้ด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เขียนโค้ดแบบ auto-complete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📝 ทั้งสองฟรี! (มี free tier)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9FF"/>
                </a:solidFill>
              </a:defRPr>
            </a:pPr>
            <a:r>
              <a:t>💬 ถามเพื่อนๆ หน่อย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พี่เคยใช้ AI ช่วยเขียนโค้ดมั้ย?</a:t>
            </a:r>
            <a:br/>
            <a:r>
              <a:t>บอกในคอมเมนต์มาเลย! 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572000"/>
            <a:ext cx="8229600" cy="91440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800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Follow ก่อนนะ เดี๋ยวบทต่อไปสนุกกว่านี้!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2A"/>
                </a:solidFill>
              </a:defRPr>
            </a:pPr>
            <a:r>
              <a:t>📋 สรุปบทที่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🤖 AI คืออะไร → โปรแกรมที่เรียนรู้และสร้างงานได้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✨ Generative AI → AI ที่เขียนข้อความ, โค้ด, รูปได้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⚡ AI ช่วยเขียนโค้ด → อธิบาย, เขียน, แก้ไขโค้ด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🛠️ เครื่องมือที่จะใช้ → ChatGPT + GitHub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